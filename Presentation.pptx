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C1C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EF9EBF-7175-45DD-AB0A-528FF287750C}" v="63" dt="2025-03-27T12:39:00.4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vansh Bhatnagar" userId="cb6ba074e8d8ad4c" providerId="LiveId" clId="{1BEF9EBF-7175-45DD-AB0A-528FF287750C}"/>
    <pc:docChg chg="undo custSel addSld delSld modSld">
      <pc:chgData name="Shivansh Bhatnagar" userId="cb6ba074e8d8ad4c" providerId="LiveId" clId="{1BEF9EBF-7175-45DD-AB0A-528FF287750C}" dt="2025-03-27T12:39:00.496" v="122"/>
      <pc:docMkLst>
        <pc:docMk/>
      </pc:docMkLst>
      <pc:sldChg chg="addSp delSp modSp new mod modTransition setBg">
        <pc:chgData name="Shivansh Bhatnagar" userId="cb6ba074e8d8ad4c" providerId="LiveId" clId="{1BEF9EBF-7175-45DD-AB0A-528FF287750C}" dt="2025-03-27T12:38:26.616" v="113"/>
        <pc:sldMkLst>
          <pc:docMk/>
          <pc:sldMk cId="4101109665" sldId="256"/>
        </pc:sldMkLst>
        <pc:spChg chg="mod">
          <ac:chgData name="Shivansh Bhatnagar" userId="cb6ba074e8d8ad4c" providerId="LiveId" clId="{1BEF9EBF-7175-45DD-AB0A-528FF287750C}" dt="2025-03-27T12:23:51.307" v="36" actId="26606"/>
          <ac:spMkLst>
            <pc:docMk/>
            <pc:sldMk cId="4101109665" sldId="256"/>
            <ac:spMk id="2" creationId="{BE37A19F-1D27-36DC-273D-0F2E65B80101}"/>
          </ac:spMkLst>
        </pc:spChg>
        <pc:spChg chg="mod">
          <ac:chgData name="Shivansh Bhatnagar" userId="cb6ba074e8d8ad4c" providerId="LiveId" clId="{1BEF9EBF-7175-45DD-AB0A-528FF287750C}" dt="2025-03-27T12:23:51.307" v="36" actId="26606"/>
          <ac:spMkLst>
            <pc:docMk/>
            <pc:sldMk cId="4101109665" sldId="256"/>
            <ac:spMk id="3" creationId="{81906F99-C075-729B-F3FF-E4E1711676BD}"/>
          </ac:spMkLst>
        </pc:spChg>
        <pc:spChg chg="add del">
          <ac:chgData name="Shivansh Bhatnagar" userId="cb6ba074e8d8ad4c" providerId="LiveId" clId="{1BEF9EBF-7175-45DD-AB0A-528FF287750C}" dt="2025-03-27T12:23:51.307" v="36" actId="26606"/>
          <ac:spMkLst>
            <pc:docMk/>
            <pc:sldMk cId="4101109665" sldId="256"/>
            <ac:spMk id="10" creationId="{C3896A03-3945-419A-B66B-4EE266EDD152}"/>
          </ac:spMkLst>
        </pc:spChg>
        <pc:spChg chg="add del">
          <ac:chgData name="Shivansh Bhatnagar" userId="cb6ba074e8d8ad4c" providerId="LiveId" clId="{1BEF9EBF-7175-45DD-AB0A-528FF287750C}" dt="2025-03-27T12:23:51.307" v="36" actId="26606"/>
          <ac:spMkLst>
            <pc:docMk/>
            <pc:sldMk cId="4101109665" sldId="256"/>
            <ac:spMk id="12" creationId="{B34F5AD2-EDBD-4BBD-A55C-EAFFD0C7097A}"/>
          </ac:spMkLst>
        </pc:spChg>
        <pc:spChg chg="add del">
          <ac:chgData name="Shivansh Bhatnagar" userId="cb6ba074e8d8ad4c" providerId="LiveId" clId="{1BEF9EBF-7175-45DD-AB0A-528FF287750C}" dt="2025-03-27T12:23:51.307" v="36" actId="26606"/>
          <ac:spMkLst>
            <pc:docMk/>
            <pc:sldMk cId="4101109665" sldId="256"/>
            <ac:spMk id="2055" creationId="{2151139A-886F-4B97-8815-729AD3831BBD}"/>
          </ac:spMkLst>
        </pc:spChg>
        <pc:spChg chg="add del">
          <ac:chgData name="Shivansh Bhatnagar" userId="cb6ba074e8d8ad4c" providerId="LiveId" clId="{1BEF9EBF-7175-45DD-AB0A-528FF287750C}" dt="2025-03-27T12:23:51.307" v="36" actId="26606"/>
          <ac:spMkLst>
            <pc:docMk/>
            <pc:sldMk cId="4101109665" sldId="256"/>
            <ac:spMk id="2057" creationId="{AB5E08C4-8CDD-4623-A5B8-E998C6DEE3B7}"/>
          </ac:spMkLst>
        </pc:spChg>
        <pc:spChg chg="add del">
          <ac:chgData name="Shivansh Bhatnagar" userId="cb6ba074e8d8ad4c" providerId="LiveId" clId="{1BEF9EBF-7175-45DD-AB0A-528FF287750C}" dt="2025-03-27T12:23:51.307" v="36" actId="26606"/>
          <ac:spMkLst>
            <pc:docMk/>
            <pc:sldMk cId="4101109665" sldId="256"/>
            <ac:spMk id="2059" creationId="{15F33878-D502-4FFA-8ACE-F2AECDB2A23F}"/>
          </ac:spMkLst>
        </pc:spChg>
        <pc:spChg chg="add del">
          <ac:chgData name="Shivansh Bhatnagar" userId="cb6ba074e8d8ad4c" providerId="LiveId" clId="{1BEF9EBF-7175-45DD-AB0A-528FF287750C}" dt="2025-03-27T12:23:51.307" v="36" actId="26606"/>
          <ac:spMkLst>
            <pc:docMk/>
            <pc:sldMk cId="4101109665" sldId="256"/>
            <ac:spMk id="2061" creationId="{D3539FEE-81D3-4406-802E-60B20B16F4F6}"/>
          </ac:spMkLst>
        </pc:spChg>
        <pc:spChg chg="add del">
          <ac:chgData name="Shivansh Bhatnagar" userId="cb6ba074e8d8ad4c" providerId="LiveId" clId="{1BEF9EBF-7175-45DD-AB0A-528FF287750C}" dt="2025-03-27T12:23:51.307" v="36" actId="26606"/>
          <ac:spMkLst>
            <pc:docMk/>
            <pc:sldMk cId="4101109665" sldId="256"/>
            <ac:spMk id="2063" creationId="{DC701763-729E-462F-A5A8-E0DEFEB1E2E4}"/>
          </ac:spMkLst>
        </pc:spChg>
        <pc:picChg chg="add mod">
          <ac:chgData name="Shivansh Bhatnagar" userId="cb6ba074e8d8ad4c" providerId="LiveId" clId="{1BEF9EBF-7175-45DD-AB0A-528FF287750C}" dt="2025-03-27T12:37:15.685" v="103" actId="14100"/>
          <ac:picMkLst>
            <pc:docMk/>
            <pc:sldMk cId="4101109665" sldId="256"/>
            <ac:picMk id="5" creationId="{C1D5A48C-2444-450B-3833-761FF5033ED9}"/>
          </ac:picMkLst>
        </pc:picChg>
        <pc:picChg chg="add mod">
          <ac:chgData name="Shivansh Bhatnagar" userId="cb6ba074e8d8ad4c" providerId="LiveId" clId="{1BEF9EBF-7175-45DD-AB0A-528FF287750C}" dt="2025-03-27T12:22:03.030" v="16" actId="14100"/>
          <ac:picMkLst>
            <pc:docMk/>
            <pc:sldMk cId="4101109665" sldId="256"/>
            <ac:picMk id="1026" creationId="{4BE57597-7742-7DC6-82E7-661938808CCB}"/>
          </ac:picMkLst>
        </pc:picChg>
        <pc:picChg chg="add mod">
          <ac:chgData name="Shivansh Bhatnagar" userId="cb6ba074e8d8ad4c" providerId="LiveId" clId="{1BEF9EBF-7175-45DD-AB0A-528FF287750C}" dt="2025-03-27T12:22:17.794" v="21" actId="1076"/>
          <ac:picMkLst>
            <pc:docMk/>
            <pc:sldMk cId="4101109665" sldId="256"/>
            <ac:picMk id="1028" creationId="{EA787E3D-4A8F-17B2-D328-5E90B70C127D}"/>
          </ac:picMkLst>
        </pc:picChg>
        <pc:picChg chg="add mod">
          <ac:chgData name="Shivansh Bhatnagar" userId="cb6ba074e8d8ad4c" providerId="LiveId" clId="{1BEF9EBF-7175-45DD-AB0A-528FF287750C}" dt="2025-03-27T12:37:15.685" v="103" actId="14100"/>
          <ac:picMkLst>
            <pc:docMk/>
            <pc:sldMk cId="4101109665" sldId="256"/>
            <ac:picMk id="1030" creationId="{CC5A00C9-6305-1A01-26E2-B62C3FF66AA8}"/>
          </ac:picMkLst>
        </pc:picChg>
        <pc:picChg chg="add del mod">
          <ac:chgData name="Shivansh Bhatnagar" userId="cb6ba074e8d8ad4c" providerId="LiveId" clId="{1BEF9EBF-7175-45DD-AB0A-528FF287750C}" dt="2025-03-27T12:36:08.943" v="100" actId="21"/>
          <ac:picMkLst>
            <pc:docMk/>
            <pc:sldMk cId="4101109665" sldId="256"/>
            <ac:picMk id="2050" creationId="{672B46D1-DFCC-12AA-4618-DE7F3CD4D8D3}"/>
          </ac:picMkLst>
        </pc:picChg>
        <pc:picChg chg="add mod">
          <ac:chgData name="Shivansh Bhatnagar" userId="cb6ba074e8d8ad4c" providerId="LiveId" clId="{1BEF9EBF-7175-45DD-AB0A-528FF287750C}" dt="2025-03-27T12:37:41.358" v="109" actId="1076"/>
          <ac:picMkLst>
            <pc:docMk/>
            <pc:sldMk cId="4101109665" sldId="256"/>
            <ac:picMk id="3074" creationId="{1478677B-8A11-AC34-A853-77425929E5E4}"/>
          </ac:picMkLst>
        </pc:picChg>
      </pc:sldChg>
      <pc:sldChg chg="addSp delSp modSp new mod modTransition">
        <pc:chgData name="Shivansh Bhatnagar" userId="cb6ba074e8d8ad4c" providerId="LiveId" clId="{1BEF9EBF-7175-45DD-AB0A-528FF287750C}" dt="2025-03-27T12:38:30.006" v="114"/>
        <pc:sldMkLst>
          <pc:docMk/>
          <pc:sldMk cId="391448015" sldId="257"/>
        </pc:sldMkLst>
        <pc:picChg chg="add mod">
          <ac:chgData name="Shivansh Bhatnagar" userId="cb6ba074e8d8ad4c" providerId="LiveId" clId="{1BEF9EBF-7175-45DD-AB0A-528FF287750C}" dt="2025-03-27T12:25:14.842" v="46" actId="14100"/>
          <ac:picMkLst>
            <pc:docMk/>
            <pc:sldMk cId="391448015" sldId="257"/>
            <ac:picMk id="5" creationId="{FB75ED1C-8C9F-3AB1-C053-50D8B8A45F8B}"/>
          </ac:picMkLst>
        </pc:picChg>
        <pc:picChg chg="add del mod">
          <ac:chgData name="Shivansh Bhatnagar" userId="cb6ba074e8d8ad4c" providerId="LiveId" clId="{1BEF9EBF-7175-45DD-AB0A-528FF287750C}" dt="2025-03-27T12:22:37.649" v="25" actId="21"/>
          <ac:picMkLst>
            <pc:docMk/>
            <pc:sldMk cId="391448015" sldId="257"/>
            <ac:picMk id="2050" creationId="{672B46D1-DFCC-12AA-4618-DE7F3CD4D8D3}"/>
          </ac:picMkLst>
        </pc:picChg>
      </pc:sldChg>
      <pc:sldChg chg="addSp modSp new mod modTransition">
        <pc:chgData name="Shivansh Bhatnagar" userId="cb6ba074e8d8ad4c" providerId="LiveId" clId="{1BEF9EBF-7175-45DD-AB0A-528FF287750C}" dt="2025-03-27T12:38:31.912" v="115"/>
        <pc:sldMkLst>
          <pc:docMk/>
          <pc:sldMk cId="3443281629" sldId="258"/>
        </pc:sldMkLst>
        <pc:picChg chg="add mod">
          <ac:chgData name="Shivansh Bhatnagar" userId="cb6ba074e8d8ad4c" providerId="LiveId" clId="{1BEF9EBF-7175-45DD-AB0A-528FF287750C}" dt="2025-03-27T12:25:43.243" v="50" actId="14100"/>
          <ac:picMkLst>
            <pc:docMk/>
            <pc:sldMk cId="3443281629" sldId="258"/>
            <ac:picMk id="5" creationId="{4CFCF1B2-554F-6B87-4454-5774180DC680}"/>
          </ac:picMkLst>
        </pc:picChg>
      </pc:sldChg>
      <pc:sldChg chg="addSp delSp modSp new mod modTransition setBg">
        <pc:chgData name="Shivansh Bhatnagar" userId="cb6ba074e8d8ad4c" providerId="LiveId" clId="{1BEF9EBF-7175-45DD-AB0A-528FF287750C}" dt="2025-03-27T12:38:35.493" v="116"/>
        <pc:sldMkLst>
          <pc:docMk/>
          <pc:sldMk cId="945106070" sldId="259"/>
        </pc:sldMkLst>
        <pc:spChg chg="del">
          <ac:chgData name="Shivansh Bhatnagar" userId="cb6ba074e8d8ad4c" providerId="LiveId" clId="{1BEF9EBF-7175-45DD-AB0A-528FF287750C}" dt="2025-03-27T12:26:09.932" v="53" actId="26606"/>
          <ac:spMkLst>
            <pc:docMk/>
            <pc:sldMk cId="945106070" sldId="259"/>
            <ac:spMk id="2" creationId="{08D9F748-28DE-7091-6912-A1F290B40A12}"/>
          </ac:spMkLst>
        </pc:spChg>
        <pc:spChg chg="del">
          <ac:chgData name="Shivansh Bhatnagar" userId="cb6ba074e8d8ad4c" providerId="LiveId" clId="{1BEF9EBF-7175-45DD-AB0A-528FF287750C}" dt="2025-03-27T12:26:09.932" v="53" actId="26606"/>
          <ac:spMkLst>
            <pc:docMk/>
            <pc:sldMk cId="945106070" sldId="259"/>
            <ac:spMk id="3" creationId="{53AE2533-B29D-E924-3600-3ECB32599DD5}"/>
          </ac:spMkLst>
        </pc:spChg>
        <pc:spChg chg="add">
          <ac:chgData name="Shivansh Bhatnagar" userId="cb6ba074e8d8ad4c" providerId="LiveId" clId="{1BEF9EBF-7175-45DD-AB0A-528FF287750C}" dt="2025-03-27T12:26:09.932" v="53" actId="26606"/>
          <ac:spMkLst>
            <pc:docMk/>
            <pc:sldMk cId="945106070" sldId="259"/>
            <ac:spMk id="10" creationId="{42A4FC2C-047E-45A5-965D-8E1E3BF09BC6}"/>
          </ac:spMkLst>
        </pc:spChg>
        <pc:picChg chg="add mod">
          <ac:chgData name="Shivansh Bhatnagar" userId="cb6ba074e8d8ad4c" providerId="LiveId" clId="{1BEF9EBF-7175-45DD-AB0A-528FF287750C}" dt="2025-03-27T12:26:09.932" v="53" actId="26606"/>
          <ac:picMkLst>
            <pc:docMk/>
            <pc:sldMk cId="945106070" sldId="259"/>
            <ac:picMk id="5" creationId="{E992DBA7-9B0D-54B2-B77E-8FF64188064F}"/>
          </ac:picMkLst>
        </pc:picChg>
      </pc:sldChg>
      <pc:sldChg chg="addSp delSp modSp new mod modTransition setBg">
        <pc:chgData name="Shivansh Bhatnagar" userId="cb6ba074e8d8ad4c" providerId="LiveId" clId="{1BEF9EBF-7175-45DD-AB0A-528FF287750C}" dt="2025-03-27T12:38:37.973" v="117"/>
        <pc:sldMkLst>
          <pc:docMk/>
          <pc:sldMk cId="90953558" sldId="260"/>
        </pc:sldMkLst>
        <pc:spChg chg="del">
          <ac:chgData name="Shivansh Bhatnagar" userId="cb6ba074e8d8ad4c" providerId="LiveId" clId="{1BEF9EBF-7175-45DD-AB0A-528FF287750C}" dt="2025-03-27T12:26:45.754" v="56" actId="26606"/>
          <ac:spMkLst>
            <pc:docMk/>
            <pc:sldMk cId="90953558" sldId="260"/>
            <ac:spMk id="2" creationId="{DC77A764-55FE-BAD5-F350-69FA5A70A3AB}"/>
          </ac:spMkLst>
        </pc:spChg>
        <pc:spChg chg="del">
          <ac:chgData name="Shivansh Bhatnagar" userId="cb6ba074e8d8ad4c" providerId="LiveId" clId="{1BEF9EBF-7175-45DD-AB0A-528FF287750C}" dt="2025-03-27T12:26:44.147" v="55" actId="22"/>
          <ac:spMkLst>
            <pc:docMk/>
            <pc:sldMk cId="90953558" sldId="260"/>
            <ac:spMk id="3" creationId="{E20CC0D3-A10A-9497-4D09-DA5C142CBE51}"/>
          </ac:spMkLst>
        </pc:spChg>
        <pc:spChg chg="add">
          <ac:chgData name="Shivansh Bhatnagar" userId="cb6ba074e8d8ad4c" providerId="LiveId" clId="{1BEF9EBF-7175-45DD-AB0A-528FF287750C}" dt="2025-03-27T12:26:45.754" v="56" actId="26606"/>
          <ac:spMkLst>
            <pc:docMk/>
            <pc:sldMk cId="90953558" sldId="260"/>
            <ac:spMk id="10" creationId="{42A4FC2C-047E-45A5-965D-8E1E3BF09BC6}"/>
          </ac:spMkLst>
        </pc:spChg>
        <pc:picChg chg="add mod ord">
          <ac:chgData name="Shivansh Bhatnagar" userId="cb6ba074e8d8ad4c" providerId="LiveId" clId="{1BEF9EBF-7175-45DD-AB0A-528FF287750C}" dt="2025-03-27T12:26:45.754" v="56" actId="26606"/>
          <ac:picMkLst>
            <pc:docMk/>
            <pc:sldMk cId="90953558" sldId="260"/>
            <ac:picMk id="5" creationId="{93E90E4B-A08B-6129-2835-31BDA37A436E}"/>
          </ac:picMkLst>
        </pc:picChg>
      </pc:sldChg>
      <pc:sldChg chg="addSp delSp modSp new mod modTransition setBg">
        <pc:chgData name="Shivansh Bhatnagar" userId="cb6ba074e8d8ad4c" providerId="LiveId" clId="{1BEF9EBF-7175-45DD-AB0A-528FF287750C}" dt="2025-03-27T12:38:41.132" v="118"/>
        <pc:sldMkLst>
          <pc:docMk/>
          <pc:sldMk cId="3961771056" sldId="261"/>
        </pc:sldMkLst>
        <pc:spChg chg="del">
          <ac:chgData name="Shivansh Bhatnagar" userId="cb6ba074e8d8ad4c" providerId="LiveId" clId="{1BEF9EBF-7175-45DD-AB0A-528FF287750C}" dt="2025-03-27T12:27:03.109" v="59" actId="26606"/>
          <ac:spMkLst>
            <pc:docMk/>
            <pc:sldMk cId="3961771056" sldId="261"/>
            <ac:spMk id="2" creationId="{9319798B-13D0-CEE6-C746-57375952EEE7}"/>
          </ac:spMkLst>
        </pc:spChg>
        <pc:spChg chg="del">
          <ac:chgData name="Shivansh Bhatnagar" userId="cb6ba074e8d8ad4c" providerId="LiveId" clId="{1BEF9EBF-7175-45DD-AB0A-528FF287750C}" dt="2025-03-27T12:27:01.776" v="58" actId="22"/>
          <ac:spMkLst>
            <pc:docMk/>
            <pc:sldMk cId="3961771056" sldId="261"/>
            <ac:spMk id="3" creationId="{4DE1E468-65BF-130A-9809-F44D369E8641}"/>
          </ac:spMkLst>
        </pc:spChg>
        <pc:spChg chg="add del">
          <ac:chgData name="Shivansh Bhatnagar" userId="cb6ba074e8d8ad4c" providerId="LiveId" clId="{1BEF9EBF-7175-45DD-AB0A-528FF287750C}" dt="2025-03-27T12:33:03.452" v="74" actId="26606"/>
          <ac:spMkLst>
            <pc:docMk/>
            <pc:sldMk cId="3961771056" sldId="261"/>
            <ac:spMk id="10" creationId="{42A4FC2C-047E-45A5-965D-8E1E3BF09BC6}"/>
          </ac:spMkLst>
        </pc:spChg>
        <pc:spChg chg="add">
          <ac:chgData name="Shivansh Bhatnagar" userId="cb6ba074e8d8ad4c" providerId="LiveId" clId="{1BEF9EBF-7175-45DD-AB0A-528FF287750C}" dt="2025-03-27T12:33:15.348" v="78" actId="26606"/>
          <ac:spMkLst>
            <pc:docMk/>
            <pc:sldMk cId="3961771056" sldId="261"/>
            <ac:spMk id="23" creationId="{22F15A2D-2324-487D-A02A-BF46C5C580EB}"/>
          </ac:spMkLst>
        </pc:spChg>
        <pc:spChg chg="add">
          <ac:chgData name="Shivansh Bhatnagar" userId="cb6ba074e8d8ad4c" providerId="LiveId" clId="{1BEF9EBF-7175-45DD-AB0A-528FF287750C}" dt="2025-03-27T12:33:15.348" v="78" actId="26606"/>
          <ac:spMkLst>
            <pc:docMk/>
            <pc:sldMk cId="3961771056" sldId="261"/>
            <ac:spMk id="25" creationId="{17A7F34E-D418-47E2-9F86-2C45BBC31210}"/>
          </ac:spMkLst>
        </pc:spChg>
        <pc:spChg chg="add">
          <ac:chgData name="Shivansh Bhatnagar" userId="cb6ba074e8d8ad4c" providerId="LiveId" clId="{1BEF9EBF-7175-45DD-AB0A-528FF287750C}" dt="2025-03-27T12:33:15.348" v="78" actId="26606"/>
          <ac:spMkLst>
            <pc:docMk/>
            <pc:sldMk cId="3961771056" sldId="261"/>
            <ac:spMk id="27" creationId="{2AEAFA59-923A-4F54-8B49-44C970BCC323}"/>
          </ac:spMkLst>
        </pc:spChg>
        <pc:grpChg chg="add del">
          <ac:chgData name="Shivansh Bhatnagar" userId="cb6ba074e8d8ad4c" providerId="LiveId" clId="{1BEF9EBF-7175-45DD-AB0A-528FF287750C}" dt="2025-03-27T12:33:15.348" v="78" actId="26606"/>
          <ac:grpSpMkLst>
            <pc:docMk/>
            <pc:sldMk cId="3961771056" sldId="261"/>
            <ac:grpSpMk id="15" creationId="{BF65200E-BE19-61BA-8C12-E73CE7790A3F}"/>
          </ac:grpSpMkLst>
        </pc:grpChg>
        <pc:picChg chg="add mod ord">
          <ac:chgData name="Shivansh Bhatnagar" userId="cb6ba074e8d8ad4c" providerId="LiveId" clId="{1BEF9EBF-7175-45DD-AB0A-528FF287750C}" dt="2025-03-27T12:34:21.726" v="95" actId="14100"/>
          <ac:picMkLst>
            <pc:docMk/>
            <pc:sldMk cId="3961771056" sldId="261"/>
            <ac:picMk id="5" creationId="{F7071CA5-1499-C18F-25E0-226F42BF0C14}"/>
          </ac:picMkLst>
        </pc:picChg>
        <pc:picChg chg="add mod ord">
          <ac:chgData name="Shivansh Bhatnagar" userId="cb6ba074e8d8ad4c" providerId="LiveId" clId="{1BEF9EBF-7175-45DD-AB0A-528FF287750C}" dt="2025-03-27T12:33:33.642" v="82" actId="1076"/>
          <ac:picMkLst>
            <pc:docMk/>
            <pc:sldMk cId="3961771056" sldId="261"/>
            <ac:picMk id="7" creationId="{C93BACA1-8723-E5C6-830B-2C43B3301508}"/>
          </ac:picMkLst>
        </pc:picChg>
      </pc:sldChg>
      <pc:sldChg chg="addSp delSp modSp new mod modTransition setBg">
        <pc:chgData name="Shivansh Bhatnagar" userId="cb6ba074e8d8ad4c" providerId="LiveId" clId="{1BEF9EBF-7175-45DD-AB0A-528FF287750C}" dt="2025-03-27T12:38:43.393" v="119"/>
        <pc:sldMkLst>
          <pc:docMk/>
          <pc:sldMk cId="2350752405" sldId="262"/>
        </pc:sldMkLst>
        <pc:spChg chg="del">
          <ac:chgData name="Shivansh Bhatnagar" userId="cb6ba074e8d8ad4c" providerId="LiveId" clId="{1BEF9EBF-7175-45DD-AB0A-528FF287750C}" dt="2025-03-27T12:27:24.378" v="62" actId="26606"/>
          <ac:spMkLst>
            <pc:docMk/>
            <pc:sldMk cId="2350752405" sldId="262"/>
            <ac:spMk id="2" creationId="{B8F8692B-DCDE-71C7-1723-15F5B5E5D82B}"/>
          </ac:spMkLst>
        </pc:spChg>
        <pc:spChg chg="del">
          <ac:chgData name="Shivansh Bhatnagar" userId="cb6ba074e8d8ad4c" providerId="LiveId" clId="{1BEF9EBF-7175-45DD-AB0A-528FF287750C}" dt="2025-03-27T12:27:22.287" v="61" actId="22"/>
          <ac:spMkLst>
            <pc:docMk/>
            <pc:sldMk cId="2350752405" sldId="262"/>
            <ac:spMk id="3" creationId="{A45AA2CE-05A1-1BD1-A013-B4380A5BC53C}"/>
          </ac:spMkLst>
        </pc:spChg>
        <pc:spChg chg="add">
          <ac:chgData name="Shivansh Bhatnagar" userId="cb6ba074e8d8ad4c" providerId="LiveId" clId="{1BEF9EBF-7175-45DD-AB0A-528FF287750C}" dt="2025-03-27T12:27:24.378" v="62" actId="26606"/>
          <ac:spMkLst>
            <pc:docMk/>
            <pc:sldMk cId="2350752405" sldId="262"/>
            <ac:spMk id="10" creationId="{42A4FC2C-047E-45A5-965D-8E1E3BF09BC6}"/>
          </ac:spMkLst>
        </pc:spChg>
        <pc:picChg chg="add mod ord">
          <ac:chgData name="Shivansh Bhatnagar" userId="cb6ba074e8d8ad4c" providerId="LiveId" clId="{1BEF9EBF-7175-45DD-AB0A-528FF287750C}" dt="2025-03-27T12:27:24.378" v="62" actId="26606"/>
          <ac:picMkLst>
            <pc:docMk/>
            <pc:sldMk cId="2350752405" sldId="262"/>
            <ac:picMk id="5" creationId="{3D400AB0-8F91-E964-EB17-D2BA647C64AD}"/>
          </ac:picMkLst>
        </pc:picChg>
      </pc:sldChg>
      <pc:sldChg chg="addSp delSp modSp new mod modTransition setBg">
        <pc:chgData name="Shivansh Bhatnagar" userId="cb6ba074e8d8ad4c" providerId="LiveId" clId="{1BEF9EBF-7175-45DD-AB0A-528FF287750C}" dt="2025-03-27T12:38:46.036" v="120"/>
        <pc:sldMkLst>
          <pc:docMk/>
          <pc:sldMk cId="3373458869" sldId="263"/>
        </pc:sldMkLst>
        <pc:spChg chg="del">
          <ac:chgData name="Shivansh Bhatnagar" userId="cb6ba074e8d8ad4c" providerId="LiveId" clId="{1BEF9EBF-7175-45DD-AB0A-528FF287750C}" dt="2025-03-27T12:27:48.287" v="65" actId="26606"/>
          <ac:spMkLst>
            <pc:docMk/>
            <pc:sldMk cId="3373458869" sldId="263"/>
            <ac:spMk id="2" creationId="{1CC74DA2-B306-9959-65A6-73D739A651F5}"/>
          </ac:spMkLst>
        </pc:spChg>
        <pc:spChg chg="del">
          <ac:chgData name="Shivansh Bhatnagar" userId="cb6ba074e8d8ad4c" providerId="LiveId" clId="{1BEF9EBF-7175-45DD-AB0A-528FF287750C}" dt="2025-03-27T12:27:46.275" v="64" actId="22"/>
          <ac:spMkLst>
            <pc:docMk/>
            <pc:sldMk cId="3373458869" sldId="263"/>
            <ac:spMk id="3" creationId="{7F968ADD-397D-8C75-9C58-9E79E75886E1}"/>
          </ac:spMkLst>
        </pc:spChg>
        <pc:spChg chg="add">
          <ac:chgData name="Shivansh Bhatnagar" userId="cb6ba074e8d8ad4c" providerId="LiveId" clId="{1BEF9EBF-7175-45DD-AB0A-528FF287750C}" dt="2025-03-27T12:27:48.287" v="65" actId="26606"/>
          <ac:spMkLst>
            <pc:docMk/>
            <pc:sldMk cId="3373458869" sldId="263"/>
            <ac:spMk id="10" creationId="{42A4FC2C-047E-45A5-965D-8E1E3BF09BC6}"/>
          </ac:spMkLst>
        </pc:spChg>
        <pc:picChg chg="add mod ord">
          <ac:chgData name="Shivansh Bhatnagar" userId="cb6ba074e8d8ad4c" providerId="LiveId" clId="{1BEF9EBF-7175-45DD-AB0A-528FF287750C}" dt="2025-03-27T12:27:48.287" v="65" actId="26606"/>
          <ac:picMkLst>
            <pc:docMk/>
            <pc:sldMk cId="3373458869" sldId="263"/>
            <ac:picMk id="5" creationId="{426E0292-5085-D93A-F15F-CA051FAE954D}"/>
          </ac:picMkLst>
        </pc:picChg>
      </pc:sldChg>
      <pc:sldChg chg="addSp delSp modSp new mod modTransition setBg">
        <pc:chgData name="Shivansh Bhatnagar" userId="cb6ba074e8d8ad4c" providerId="LiveId" clId="{1BEF9EBF-7175-45DD-AB0A-528FF287750C}" dt="2025-03-27T12:39:00.496" v="122"/>
        <pc:sldMkLst>
          <pc:docMk/>
          <pc:sldMk cId="105356637" sldId="264"/>
        </pc:sldMkLst>
        <pc:spChg chg="del">
          <ac:chgData name="Shivansh Bhatnagar" userId="cb6ba074e8d8ad4c" providerId="LiveId" clId="{1BEF9EBF-7175-45DD-AB0A-528FF287750C}" dt="2025-03-27T12:30:28.581" v="69" actId="26606"/>
          <ac:spMkLst>
            <pc:docMk/>
            <pc:sldMk cId="105356637" sldId="264"/>
            <ac:spMk id="2" creationId="{258EAC4E-2222-2891-3800-3D7CD5E3CF15}"/>
          </ac:spMkLst>
        </pc:spChg>
        <pc:spChg chg="del">
          <ac:chgData name="Shivansh Bhatnagar" userId="cb6ba074e8d8ad4c" providerId="LiveId" clId="{1BEF9EBF-7175-45DD-AB0A-528FF287750C}" dt="2025-03-27T12:30:25.101" v="67" actId="22"/>
          <ac:spMkLst>
            <pc:docMk/>
            <pc:sldMk cId="105356637" sldId="264"/>
            <ac:spMk id="3" creationId="{261B791B-6A0D-787A-4367-57B017EE88BF}"/>
          </ac:spMkLst>
        </pc:spChg>
        <pc:spChg chg="add">
          <ac:chgData name="Shivansh Bhatnagar" userId="cb6ba074e8d8ad4c" providerId="LiveId" clId="{1BEF9EBF-7175-45DD-AB0A-528FF287750C}" dt="2025-03-27T12:30:28.581" v="69" actId="26606"/>
          <ac:spMkLst>
            <pc:docMk/>
            <pc:sldMk cId="105356637" sldId="264"/>
            <ac:spMk id="10" creationId="{42A4FC2C-047E-45A5-965D-8E1E3BF09BC6}"/>
          </ac:spMkLst>
        </pc:spChg>
        <pc:picChg chg="add mod ord">
          <ac:chgData name="Shivansh Bhatnagar" userId="cb6ba074e8d8ad4c" providerId="LiveId" clId="{1BEF9EBF-7175-45DD-AB0A-528FF287750C}" dt="2025-03-27T12:30:28.581" v="69" actId="26606"/>
          <ac:picMkLst>
            <pc:docMk/>
            <pc:sldMk cId="105356637" sldId="264"/>
            <ac:picMk id="5" creationId="{DFA63D8D-ECD5-0B3E-2155-028CAE8303CA}"/>
          </ac:picMkLst>
        </pc:picChg>
        <pc:picChg chg="add mod">
          <ac:chgData name="Shivansh Bhatnagar" userId="cb6ba074e8d8ad4c" providerId="LiveId" clId="{1BEF9EBF-7175-45DD-AB0A-528FF287750C}" dt="2025-03-27T12:31:40.740" v="72" actId="1076"/>
          <ac:picMkLst>
            <pc:docMk/>
            <pc:sldMk cId="105356637" sldId="264"/>
            <ac:picMk id="7" creationId="{8541AF33-5723-CC76-6C4F-730F5D812F7A}"/>
          </ac:picMkLst>
        </pc:picChg>
      </pc:sldChg>
      <pc:sldChg chg="addSp delSp modSp new del">
        <pc:chgData name="Shivansh Bhatnagar" userId="cb6ba074e8d8ad4c" providerId="LiveId" clId="{1BEF9EBF-7175-45DD-AB0A-528FF287750C}" dt="2025-03-27T12:38:05.584" v="110" actId="47"/>
        <pc:sldMkLst>
          <pc:docMk/>
          <pc:sldMk cId="658380293" sldId="265"/>
        </pc:sldMkLst>
        <pc:picChg chg="add del mod">
          <ac:chgData name="Shivansh Bhatnagar" userId="cb6ba074e8d8ad4c" providerId="LiveId" clId="{1BEF9EBF-7175-45DD-AB0A-528FF287750C}" dt="2025-03-27T12:37:29.715" v="107" actId="21"/>
          <ac:picMkLst>
            <pc:docMk/>
            <pc:sldMk cId="658380293" sldId="265"/>
            <ac:picMk id="3074" creationId="{1478677B-8A11-AC34-A853-77425929E5E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8F6E6-318D-8DC5-3E86-F2F2A72A0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5B3680-3A4C-7A09-ED0C-D3FC3EF2E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24D7D-0D9C-DD59-3963-D75001CEC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4461-ED1F-4FCC-A8BA-AD195A637C3E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FDC2B-22E8-F20B-E79E-EB06A8C8C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31C95-48C9-C869-718F-EAE18AB14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1C4E-6353-405A-98DB-0BBEBD7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2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FFC89-7A44-0183-1032-25A0D42CB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083E2-100C-CBF5-304A-39525932D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F7DDF-6C0E-4775-A094-D9BD9B7BE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4461-ED1F-4FCC-A8BA-AD195A637C3E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C7FE0-DC12-780C-937F-E0C39AE26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4A76E-C558-B33A-4BE2-3704D5FE4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1C4E-6353-405A-98DB-0BBEBD7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07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962B0-EBD8-EA84-0F41-34EBF8AFD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0A8ED-96C8-F5F0-BF48-AA586337C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54F4A-FF76-D948-FFC2-CC7E69A6F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4461-ED1F-4FCC-A8BA-AD195A637C3E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6A900-24A3-2854-A8CC-D36B63453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9535B-C4D6-4E5D-1E69-D1BDF8640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1C4E-6353-405A-98DB-0BBEBD7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0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17136-A9FC-9F7C-A7CC-3AAB00D52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CF3D7-1542-BED8-F646-DFF4A419F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CD48CE-5DD1-BF34-5BAA-4ABD18C1A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F3CE1-C271-F84C-EF96-327B2789D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4461-ED1F-4FCC-A8BA-AD195A637C3E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5B9C1-29B1-9409-453C-E62899F68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59161-5A38-B571-BB28-DAE2C9E57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1C4E-6353-405A-98DB-0BBEBD7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216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4B073-DFDF-00F0-79FD-C9CA83DED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50613-B78C-029E-2346-DDF3CF26F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957C6-FF33-A207-D4E3-78A6D5B40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D6F153-4C07-B4F0-3BC5-E942131640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341C9D-F4FC-1023-7B1A-561FFB60F5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E063C8-2562-8AEC-79D2-7433FD996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4461-ED1F-4FCC-A8BA-AD195A637C3E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AC294E-7B07-53BE-0C31-FA2D322FB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4341E3-EDAF-FC8D-1D70-04D9695FA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1C4E-6353-405A-98DB-0BBEBD7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74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9B72C-8546-9281-0ACE-AE61376DD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3AF55-3EB5-A273-A6AD-4ED5637BB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4461-ED1F-4FCC-A8BA-AD195A637C3E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D8C5D-CE26-1FAC-685E-C34BFF303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051F0-D967-3B80-A689-C03CEFFA1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1C4E-6353-405A-98DB-0BBEBD7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73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C79664-B535-7BAF-5391-10839A061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4461-ED1F-4FCC-A8BA-AD195A637C3E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B8F753-3569-8300-7805-15E1FE23B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50F19-8DD5-8FA9-0369-20D681C2A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1C4E-6353-405A-98DB-0BBEBD7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72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E33EC-3EE2-1B84-3615-9CEC6BABE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54C5F-15A1-8913-7A5F-C0BCDB5B1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55BBD3-9894-CDFA-93C1-D28B14C2D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316CB-EA2B-9052-9E88-92A3DAB20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4461-ED1F-4FCC-A8BA-AD195A637C3E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C3B2A-298C-53BB-D648-A54FFB661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D0C05-1270-DD33-2F4A-3B87F5FA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1C4E-6353-405A-98DB-0BBEBD7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908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7A3AD-E29A-364C-4241-EFDC21DB3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3777DC-23A1-E0BE-0D20-AF735C441D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2B48F-FCA7-112F-F4D6-5C03DA841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D79ED-7E1C-E3A2-F183-E898FAF62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4461-ED1F-4FCC-A8BA-AD195A637C3E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FCA87-84BF-A1A5-E035-69C6EA3DF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52F05-67F3-8454-60C8-AD9FB6AEB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1C4E-6353-405A-98DB-0BBEBD7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48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26A8D-67D3-B451-0CB6-3E87C3AF6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5947D-5B0E-6F1D-7C8B-218B40021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5B0B6-4D2E-A6A8-7058-3A85D0147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4461-ED1F-4FCC-A8BA-AD195A637C3E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9A2FE-77E4-4615-5C39-4786D16AE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2883E-0007-288C-6218-C275435AB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1C4E-6353-405A-98DB-0BBEBD7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13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2C80A1-FC38-6EA2-C231-E0932748B0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96BB4-903E-97EE-2CF7-246C7F09C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A848E-D943-E70B-7E09-E94F05546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4461-ED1F-4FCC-A8BA-AD195A637C3E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EFB99-A78C-4BA8-C2D4-21FF0092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B05FA-864B-7CC5-4B44-122C8997B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1C4E-6353-405A-98DB-0BBEBD7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05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763001-9E26-2537-C642-1D6A2E279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B6568-F814-EE2E-943E-E03122E3C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E245E-9CBC-AE9F-7803-ECBD8BAE91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64461-ED1F-4FCC-A8BA-AD195A637C3E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78231-8158-3500-EABE-EDD79223CC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F2507-26C7-F753-F9DA-35C8949FCF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331C4E-6353-405A-98DB-0BBEBD7ED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29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udentncirl-my.sharepoint.com/:v:/g/personal/x23271779_student_ncirl_ie/EVgVGKeELnxIjmopBNb0BPUB9fqqoU5KVhOJ37wbFn6gZA?e=ISaUP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8344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7A19F-1D27-36DC-273D-0F2E65B80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5556" y="6214530"/>
            <a:ext cx="4284418" cy="321736"/>
          </a:xfrm>
        </p:spPr>
        <p:txBody>
          <a:bodyPr anchor="b">
            <a:normAutofit fontScale="90000"/>
          </a:bodyPr>
          <a:lstStyle/>
          <a:p>
            <a:pPr algn="l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906F99-C075-729B-F3FF-E4E171167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39465" y="6214525"/>
            <a:ext cx="4305856" cy="321733"/>
          </a:xfrm>
        </p:spPr>
        <p:txBody>
          <a:bodyPr anchor="b">
            <a:normAutofit lnSpcReduction="10000"/>
          </a:bodyPr>
          <a:lstStyle/>
          <a:p>
            <a:pPr algn="r"/>
            <a:endParaRPr lang="en-US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D5A48C-2444-450B-3833-761FF5033E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194"/>
          <a:stretch/>
        </p:blipFill>
        <p:spPr>
          <a:xfrm>
            <a:off x="-87086" y="-62955"/>
            <a:ext cx="12279076" cy="6924077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1478677B-8A11-AC34-A853-77425929E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4893" y="4298496"/>
            <a:ext cx="1600855" cy="1144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109665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9F952-F8BA-9D02-3782-6D6432CF2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ED1EA-ECDE-D143-34C3-D0D298E01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75ED1C-8C9F-3AB1-C053-50D8B8A45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3"/>
            <a:ext cx="12191407" cy="685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4801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EC9B5F-DB5F-1767-D9BD-42A89D0E4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endParaRPr lang="en-US" sz="5400"/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4E78AA9D-A29E-3C09-B671-18794392E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endParaRPr lang="en-US" sz="2200"/>
          </a:p>
        </p:txBody>
      </p:sp>
      <p:pic>
        <p:nvPicPr>
          <p:cNvPr id="22" name="Content Placeholder 21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D34B3B5B-58CF-C798-63D4-425BD4B67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09" y="349946"/>
            <a:ext cx="11616813" cy="630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28162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92DBA7-9B0D-54B2-B77E-8FF6418806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106070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 descr="A graph with pointing fingers">
            <a:extLst>
              <a:ext uri="{FF2B5EF4-FFF2-40B4-BE49-F238E27FC236}">
                <a16:creationId xmlns:a16="http://schemas.microsoft.com/office/drawing/2014/main" id="{B5631834-2FF8-000E-17BB-F5A7233B6F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74" y="176981"/>
            <a:ext cx="11769213" cy="6479457"/>
          </a:xfrm>
        </p:spPr>
      </p:pic>
    </p:spTree>
    <p:extLst>
      <p:ext uri="{BB962C8B-B14F-4D97-AF65-F5344CB8AC3E}">
        <p14:creationId xmlns:p14="http://schemas.microsoft.com/office/powerpoint/2010/main" val="90953558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071CA5-1499-C18F-25E0-226F42BF0C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71" r="1" b="1"/>
          <a:stretch/>
        </p:blipFill>
        <p:spPr>
          <a:xfrm>
            <a:off x="648929" y="639097"/>
            <a:ext cx="11219631" cy="5897169"/>
          </a:xfrm>
          <a:prstGeom prst="rect">
            <a:avLst/>
          </a:prstGeom>
        </p:spPr>
      </p:pic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771056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400AB0-8F91-E964-EB17-D2BA647C6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26" r="-1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75240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6E0292-5085-D93A-F15F-CA051FAE95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458869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A63D8D-ECD5-0B3E-2155-028CAE8303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26" r="-1" b="-1"/>
          <a:stretch/>
        </p:blipFill>
        <p:spPr>
          <a:xfrm>
            <a:off x="-1504" y="0"/>
            <a:ext cx="12191980" cy="6856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1AF33-5723-CC76-6C4F-730F5D812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71393"/>
            <a:ext cx="2591282" cy="263570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E852E21-2E16-ED0F-5D53-A6FAEC327219}"/>
              </a:ext>
            </a:extLst>
          </p:cNvPr>
          <p:cNvSpPr/>
          <p:nvPr/>
        </p:nvSpPr>
        <p:spPr>
          <a:xfrm>
            <a:off x="7135925" y="6207097"/>
            <a:ext cx="4168878" cy="4621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Video presentation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3566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</Words>
  <Application>Microsoft Office PowerPoint</Application>
  <PresentationFormat>Widescreen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Shivansh Bhatnagar</dc:creator>
  <cp:lastModifiedBy>Malav Hiteshbhai Naik</cp:lastModifiedBy>
  <cp:revision>3</cp:revision>
  <dcterms:created xsi:type="dcterms:W3CDTF">2025-03-27T12:15:43Z</dcterms:created>
  <dcterms:modified xsi:type="dcterms:W3CDTF">2025-04-07T11:34:09Z</dcterms:modified>
</cp:coreProperties>
</file>